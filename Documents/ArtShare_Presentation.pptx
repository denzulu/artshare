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ArtShare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Huseyin</a:t>
            </a:r>
            <a:r>
              <a:rPr lang="en-US" sz="2400" dirty="0" smtClean="0"/>
              <a:t> Deniz Ulu</a:t>
            </a:r>
          </a:p>
          <a:p>
            <a:r>
              <a:rPr lang="en-US" sz="2400" dirty="0" smtClean="0"/>
              <a:t>Project for Mobile Application Development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ArtShare</a:t>
            </a:r>
            <a:r>
              <a:rPr dirty="0"/>
              <a:t> is a platform for artists and art enthusiasts to share, discover, and interact with artworks.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Primary Features:</a:t>
            </a:r>
          </a:p>
          <a:p>
            <a:r>
              <a:rPr dirty="0" smtClean="0"/>
              <a:t>User </a:t>
            </a:r>
            <a:r>
              <a:rPr dirty="0"/>
              <a:t>Authentication</a:t>
            </a:r>
          </a:p>
          <a:p>
            <a:r>
              <a:rPr dirty="0" smtClean="0"/>
              <a:t>Artwork </a:t>
            </a:r>
            <a:r>
              <a:rPr dirty="0"/>
              <a:t>Upload</a:t>
            </a:r>
          </a:p>
          <a:p>
            <a:r>
              <a:rPr dirty="0" smtClean="0"/>
              <a:t>Gallery </a:t>
            </a:r>
            <a:r>
              <a:rPr dirty="0"/>
              <a:t>View</a:t>
            </a:r>
          </a:p>
          <a:p>
            <a:r>
              <a:rPr dirty="0" smtClean="0"/>
              <a:t>Commenting </a:t>
            </a:r>
            <a:r>
              <a:rPr dirty="0"/>
              <a:t>System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20" y="3599507"/>
            <a:ext cx="2002849" cy="20028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 smtClean="0"/>
              <a:t>Artwork </a:t>
            </a:r>
            <a:r>
              <a:rPr dirty="0"/>
              <a:t>Upload:</a:t>
            </a:r>
          </a:p>
          <a:p>
            <a:r>
              <a:rPr dirty="0"/>
              <a:t>Upload artworks via URL or device with title, description, and tags</a:t>
            </a:r>
            <a:r>
              <a:rPr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dirty="0" smtClean="0"/>
              <a:t>User </a:t>
            </a:r>
            <a:r>
              <a:rPr dirty="0"/>
              <a:t>Authentication:</a:t>
            </a:r>
          </a:p>
          <a:p>
            <a:r>
              <a:rPr dirty="0"/>
              <a:t>Register, log in, and manage profiles seamlessly.</a:t>
            </a:r>
          </a:p>
          <a:p>
            <a:endParaRPr dirty="0" smtClean="0"/>
          </a:p>
          <a:p>
            <a:pPr marL="0" indent="0">
              <a:buNone/>
            </a:pPr>
            <a:r>
              <a:rPr dirty="0" smtClean="0"/>
              <a:t>Gallery </a:t>
            </a:r>
            <a:r>
              <a:rPr dirty="0"/>
              <a:t>View:</a:t>
            </a:r>
          </a:p>
          <a:p>
            <a:r>
              <a:rPr dirty="0"/>
              <a:t>Explore and filter artworks by tags, categories, or dates.</a:t>
            </a:r>
          </a:p>
          <a:p>
            <a:endParaRPr dirty="0"/>
          </a:p>
          <a:p>
            <a:pPr marL="0" indent="0">
              <a:buNone/>
            </a:pPr>
            <a:r>
              <a:rPr dirty="0" smtClean="0"/>
              <a:t>Commenting </a:t>
            </a:r>
            <a:r>
              <a:rPr dirty="0"/>
              <a:t>System:</a:t>
            </a:r>
          </a:p>
          <a:p>
            <a:r>
              <a:rPr dirty="0"/>
              <a:t>Comment, like, and interact with other users' artworks.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Above and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Dynamic Tagging and Search Filters</a:t>
            </a:r>
          </a:p>
          <a:p>
            <a:r>
              <a:t>2. Google Sign-In Integration</a:t>
            </a:r>
          </a:p>
          <a:p>
            <a:r>
              <a:t>3. Responsive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Sign up/Login</a:t>
            </a:r>
          </a:p>
          <a:p>
            <a:r>
              <a:t>2. Explore Gallery</a:t>
            </a:r>
          </a:p>
          <a:p>
            <a:r>
              <a:t>3. Upload Artwork</a:t>
            </a:r>
          </a:p>
          <a:p>
            <a:r>
              <a:t>4. Interact via Comments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91" y="280416"/>
            <a:ext cx="1379726" cy="299923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31" y="280416"/>
            <a:ext cx="1425734" cy="299923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78" y="280416"/>
            <a:ext cx="1396641" cy="299679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903" y="280416"/>
            <a:ext cx="1393489" cy="2996793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01" y="3677170"/>
            <a:ext cx="1425864" cy="3046717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934" y="3677170"/>
            <a:ext cx="1437425" cy="3037271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91" y="3677169"/>
            <a:ext cx="1429065" cy="3037271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9" y="3677170"/>
            <a:ext cx="1434834" cy="30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Challenges:</a:t>
            </a:r>
          </a:p>
          <a:p>
            <a:r>
              <a:rPr dirty="0" smtClean="0"/>
              <a:t>Google </a:t>
            </a:r>
            <a:r>
              <a:rPr dirty="0"/>
              <a:t>Sign-In integration</a:t>
            </a:r>
          </a:p>
          <a:p>
            <a:r>
              <a:rPr dirty="0" smtClean="0"/>
              <a:t>Handling </a:t>
            </a:r>
            <a:r>
              <a:rPr dirty="0"/>
              <a:t>asynchronous Firebase operations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Learnings:</a:t>
            </a:r>
          </a:p>
          <a:p>
            <a:r>
              <a:rPr dirty="0" smtClean="0"/>
              <a:t>Working </a:t>
            </a:r>
            <a:r>
              <a:rPr dirty="0"/>
              <a:t>with </a:t>
            </a:r>
            <a:r>
              <a:rPr dirty="0" err="1"/>
              <a:t>SwiftUI</a:t>
            </a:r>
            <a:r>
              <a:rPr dirty="0"/>
              <a:t> and Firebase</a:t>
            </a:r>
          </a:p>
          <a:p>
            <a:r>
              <a:rPr dirty="0" smtClean="0"/>
              <a:t>Implementing </a:t>
            </a:r>
            <a:r>
              <a:rPr dirty="0"/>
              <a:t>advanced Swift features like </a:t>
            </a:r>
            <a:r>
              <a:rPr dirty="0" err="1"/>
              <a:t>async</a:t>
            </a:r>
            <a:r>
              <a:rPr dirty="0"/>
              <a:t>/await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Third-Party Libraries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2016522"/>
            <a:ext cx="749756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Backend solution for user authentication, real-time database,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file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(email, Google Sign-In)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Storing user profiles, posts, and comments.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Sign-In SDK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simplify social login via Google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Providing an easy and secure login option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Firebase | Google's Mobile and Web App Development Platfor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558" y="2304559"/>
            <a:ext cx="1368566" cy="136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800" y="4352544"/>
            <a:ext cx="1383324" cy="13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7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Helpful Tips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Plan Your Architecture </a:t>
            </a:r>
            <a:r>
              <a:rPr lang="en-US" dirty="0" smtClean="0"/>
              <a:t>Early</a:t>
            </a:r>
          </a:p>
          <a:p>
            <a:r>
              <a:rPr lang="en-US" dirty="0" smtClean="0"/>
              <a:t>Decide </a:t>
            </a:r>
            <a:r>
              <a:rPr lang="en-US" dirty="0"/>
              <a:t>on the app structure </a:t>
            </a:r>
            <a:r>
              <a:rPr lang="en-US" dirty="0" smtClean="0"/>
              <a:t>and </a:t>
            </a:r>
            <a:r>
              <a:rPr lang="en-US" dirty="0"/>
              <a:t>break tasks into manageable components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Firebase Considerations</a:t>
            </a:r>
          </a:p>
          <a:p>
            <a:r>
              <a:rPr lang="en-US" dirty="0" smtClean="0"/>
              <a:t>Be </a:t>
            </a:r>
            <a:r>
              <a:rPr lang="en-US" dirty="0"/>
              <a:t>cautious of data reads/writes to manage costs effectively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 </a:t>
            </a:r>
            <a:r>
              <a:rPr lang="en-US" dirty="0" err="1"/>
              <a:t>Firestore</a:t>
            </a:r>
            <a:r>
              <a:rPr lang="en-US" dirty="0"/>
              <a:t> rules for secure access to data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Error Handling</a:t>
            </a:r>
          </a:p>
          <a:p>
            <a:r>
              <a:rPr lang="en-US" dirty="0" smtClean="0"/>
              <a:t>Always </a:t>
            </a:r>
            <a:r>
              <a:rPr lang="en-US" dirty="0"/>
              <a:t>provide user-friendly error messages for failed authentication or upload attempts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User </a:t>
            </a:r>
            <a:r>
              <a:rPr lang="en-US" dirty="0"/>
              <a:t>Interface </a:t>
            </a:r>
            <a:r>
              <a:rPr lang="en-US" dirty="0" smtClean="0"/>
              <a:t>Consistency</a:t>
            </a:r>
          </a:p>
          <a:p>
            <a:r>
              <a:rPr lang="en-US" dirty="0" smtClean="0"/>
              <a:t>Follow </a:t>
            </a:r>
            <a:r>
              <a:rPr lang="en-US" dirty="0"/>
              <a:t>design guidelines for a seamless user </a:t>
            </a:r>
            <a:r>
              <a:rPr lang="en-US" dirty="0" err="1"/>
              <a:t>experience.Testing</a:t>
            </a:r>
            <a:r>
              <a:rPr lang="en-US" dirty="0"/>
              <a:t> Across </a:t>
            </a:r>
            <a:r>
              <a:rPr lang="en-US" dirty="0" err="1"/>
              <a:t>DevicesEnsure</a:t>
            </a:r>
            <a:r>
              <a:rPr lang="en-US" dirty="0"/>
              <a:t> the app works well on different screen sizes and </a:t>
            </a:r>
            <a:r>
              <a:rPr lang="en-US" dirty="0" err="1"/>
              <a:t>orientations.Leverage</a:t>
            </a:r>
            <a:r>
              <a:rPr lang="en-US" dirty="0"/>
              <a:t> Third-Party </a:t>
            </a:r>
            <a:r>
              <a:rPr lang="en-US" dirty="0" err="1"/>
              <a:t>LibrariesUse</a:t>
            </a:r>
            <a:r>
              <a:rPr lang="en-US" dirty="0"/>
              <a:t> libraries to save development time, but only when necessary.</a:t>
            </a:r>
          </a:p>
        </p:txBody>
      </p:sp>
    </p:spTree>
    <p:extLst>
      <p:ext uri="{BB962C8B-B14F-4D97-AF65-F5344CB8AC3E}">
        <p14:creationId xmlns:p14="http://schemas.microsoft.com/office/powerpoint/2010/main" val="340531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Summary:</a:t>
            </a:r>
          </a:p>
          <a:p>
            <a:r>
              <a:rPr dirty="0" err="1" smtClean="0"/>
              <a:t>ArtShare</a:t>
            </a:r>
            <a:r>
              <a:rPr dirty="0" smtClean="0"/>
              <a:t> </a:t>
            </a:r>
            <a:r>
              <a:rPr dirty="0"/>
              <a:t>allows users to share, explore, and interact with artworks.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Future Improvements:</a:t>
            </a:r>
          </a:p>
          <a:p>
            <a:r>
              <a:rPr dirty="0" smtClean="0"/>
              <a:t>Enhanced </a:t>
            </a:r>
            <a:r>
              <a:rPr dirty="0"/>
              <a:t>UI/UX design</a:t>
            </a:r>
          </a:p>
          <a:p>
            <a:r>
              <a:rPr dirty="0" smtClean="0"/>
              <a:t>Additional </a:t>
            </a:r>
            <a:r>
              <a:rPr dirty="0"/>
              <a:t>features like social sharing and private messaging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348</Words>
  <Application>Microsoft Office PowerPoint</Application>
  <PresentationFormat>Ekran Gösterisi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ArtShare</vt:lpstr>
      <vt:lpstr>Introduction</vt:lpstr>
      <vt:lpstr>Core Features</vt:lpstr>
      <vt:lpstr>Above and Beyond</vt:lpstr>
      <vt:lpstr>User Flow</vt:lpstr>
      <vt:lpstr>PowerPoint Sunusu</vt:lpstr>
      <vt:lpstr>Challenges and Learnings</vt:lpstr>
      <vt:lpstr>Third-Party Libraries</vt:lpstr>
      <vt:lpstr>Helpful Tips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ArtShare</dc:title>
  <dc:subject/>
  <dc:creator/>
  <cp:keywords/>
  <dc:description>generated using python-pptx</dc:description>
  <cp:lastModifiedBy>Deniz ULU</cp:lastModifiedBy>
  <cp:revision>7</cp:revision>
  <dcterms:created xsi:type="dcterms:W3CDTF">2013-01-27T09:14:16Z</dcterms:created>
  <dcterms:modified xsi:type="dcterms:W3CDTF">2024-12-08T15:44:01Z</dcterms:modified>
  <cp:category/>
</cp:coreProperties>
</file>